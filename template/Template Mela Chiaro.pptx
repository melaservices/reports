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Exo 2 Light"/>
      <p:regular r:id="rId15"/>
      <p:bold r:id="rId16"/>
      <p:italic r:id="rId17"/>
      <p:boldItalic r:id="rId18"/>
    </p:embeddedFont>
    <p:embeddedFont>
      <p:font typeface="Exo 2 SemiBold"/>
      <p:regular r:id="rId19"/>
      <p:bold r:id="rId20"/>
      <p:italic r:id="rId21"/>
      <p:boldItalic r:id="rId22"/>
    </p:embeddedFont>
    <p:embeddedFont>
      <p:font typeface="Exo 2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xo2SemiBold-bold.fntdata"/><Relationship Id="rId22" Type="http://schemas.openxmlformats.org/officeDocument/2006/relationships/font" Target="fonts/Exo2SemiBold-boldItalic.fntdata"/><Relationship Id="rId21" Type="http://schemas.openxmlformats.org/officeDocument/2006/relationships/font" Target="fonts/Exo2SemiBold-italic.fntdata"/><Relationship Id="rId24" Type="http://schemas.openxmlformats.org/officeDocument/2006/relationships/font" Target="fonts/Exo2-bold.fntdata"/><Relationship Id="rId23" Type="http://schemas.openxmlformats.org/officeDocument/2006/relationships/font" Target="fonts/Exo2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Exo2-boldItalic.fntdata"/><Relationship Id="rId25" Type="http://schemas.openxmlformats.org/officeDocument/2006/relationships/font" Target="fonts/Exo2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Exo2Light-regular.fntdata"/><Relationship Id="rId14" Type="http://schemas.openxmlformats.org/officeDocument/2006/relationships/slide" Target="slides/slide9.xml"/><Relationship Id="rId17" Type="http://schemas.openxmlformats.org/officeDocument/2006/relationships/font" Target="fonts/Exo2Light-italic.fntdata"/><Relationship Id="rId16" Type="http://schemas.openxmlformats.org/officeDocument/2006/relationships/font" Target="fonts/Exo2Light-bold.fntdata"/><Relationship Id="rId19" Type="http://schemas.openxmlformats.org/officeDocument/2006/relationships/font" Target="fonts/Exo2SemiBold-regular.fntdata"/><Relationship Id="rId18" Type="http://schemas.openxmlformats.org/officeDocument/2006/relationships/font" Target="fonts/Exo2Ligh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889e34eb6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889e34eb6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889e34eb6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889e34eb6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889e34eb6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889e34eb6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889e34eb62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889e34eb62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889e34eb62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889e34eb62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889e34eb6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889e34eb6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889e34eb62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889e34eb6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889e34eb62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889e34eb62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889e34eb62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889e34eb62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07376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" y="0"/>
            <a:ext cx="914401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3B405"/>
              </a:buClr>
              <a:buSzPts val="4000"/>
              <a:buNone/>
              <a:defRPr b="1" sz="4000">
                <a:solidFill>
                  <a:srgbClr val="F3B40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74B3"/>
              </a:buClr>
              <a:buSzPts val="2000"/>
              <a:buNone/>
              <a:defRPr sz="2000">
                <a:solidFill>
                  <a:srgbClr val="3474B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1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18393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3B405"/>
              </a:buClr>
              <a:buSzPts val="3400"/>
              <a:buNone/>
              <a:defRPr sz="3400">
                <a:solidFill>
                  <a:srgbClr val="F3B40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/>
        </p:nvSpPr>
        <p:spPr>
          <a:xfrm>
            <a:off x="8464156" y="1703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it" sz="1000">
                <a:solidFill>
                  <a:srgbClr val="3474B3"/>
                </a:solidFill>
                <a:latin typeface="Exo 2"/>
                <a:ea typeface="Exo 2"/>
                <a:cs typeface="Exo 2"/>
                <a:sym typeface="Exo 2"/>
              </a:rPr>
              <a:t>‹#›</a:t>
            </a:fld>
            <a:endParaRPr b="1" sz="1000">
              <a:solidFill>
                <a:srgbClr val="3474B3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311700" y="27579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74B3"/>
              </a:buClr>
              <a:buSzPts val="2000"/>
              <a:buNone/>
              <a:defRPr sz="2000">
                <a:solidFill>
                  <a:srgbClr val="3474B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49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 txBox="1"/>
          <p:nvPr/>
        </p:nvSpPr>
        <p:spPr>
          <a:xfrm>
            <a:off x="8464156" y="1703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it" sz="1000">
                <a:solidFill>
                  <a:srgbClr val="3474B3"/>
                </a:solidFill>
                <a:latin typeface="Exo 2"/>
                <a:ea typeface="Exo 2"/>
                <a:cs typeface="Exo 2"/>
                <a:sym typeface="Exo 2"/>
              </a:rPr>
              <a:t>‹#›</a:t>
            </a:fld>
            <a:endParaRPr b="1" sz="1000">
              <a:solidFill>
                <a:srgbClr val="3474B3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21" name="Google Shape;2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2455" y="4697469"/>
            <a:ext cx="450484" cy="251674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>
            <p:ph type="title"/>
          </p:nvPr>
        </p:nvSpPr>
        <p:spPr>
          <a:xfrm>
            <a:off x="470498" y="445025"/>
            <a:ext cx="679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B405"/>
              </a:buClr>
              <a:buSzPts val="2000"/>
              <a:buFont typeface="Exo 2 SemiBold"/>
              <a:buNone/>
              <a:defRPr sz="2000">
                <a:solidFill>
                  <a:srgbClr val="F3B405"/>
                </a:solidFill>
                <a:latin typeface="Exo 2 SemiBold"/>
                <a:ea typeface="Exo 2 SemiBold"/>
                <a:cs typeface="Exo 2 SemiBold"/>
                <a:sym typeface="Exo 2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64100" y="1152475"/>
            <a:ext cx="3765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4"/>
          <p:cNvSpPr txBox="1"/>
          <p:nvPr>
            <p:ph idx="2" type="body"/>
          </p:nvPr>
        </p:nvSpPr>
        <p:spPr>
          <a:xfrm>
            <a:off x="4457500" y="1152475"/>
            <a:ext cx="3765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sto - immagine">
  <p:cSld name="TITLE_AND_BODY_2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2455" y="4697469"/>
            <a:ext cx="450484" cy="2516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/>
          <p:nvPr>
            <p:ph type="title"/>
          </p:nvPr>
        </p:nvSpPr>
        <p:spPr>
          <a:xfrm>
            <a:off x="470489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B405"/>
              </a:buClr>
              <a:buSzPts val="2000"/>
              <a:buFont typeface="Exo 2 SemiBold"/>
              <a:buNone/>
              <a:defRPr sz="2000">
                <a:solidFill>
                  <a:srgbClr val="F3B405"/>
                </a:solidFill>
                <a:latin typeface="Exo 2 SemiBold"/>
                <a:ea typeface="Exo 2 SemiBold"/>
                <a:cs typeface="Exo 2 SemiBold"/>
                <a:sym typeface="Exo 2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64100" y="1152475"/>
            <a:ext cx="4704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/>
        </p:nvSpPr>
        <p:spPr>
          <a:xfrm>
            <a:off x="8464156" y="1703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it" sz="1000">
                <a:solidFill>
                  <a:srgbClr val="3474B3"/>
                </a:solidFill>
                <a:latin typeface="Exo 2"/>
                <a:ea typeface="Exo 2"/>
                <a:cs typeface="Exo 2"/>
                <a:sym typeface="Exo 2"/>
              </a:rPr>
              <a:t>‹#›</a:t>
            </a:fld>
            <a:endParaRPr b="1" sz="1000">
              <a:solidFill>
                <a:srgbClr val="3474B3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fondo copertina">
  <p:cSld name="TITLE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" y="0"/>
            <a:ext cx="914401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464156" y="17036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buNone/>
              <a:defRPr b="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defRPr>
            </a:lvl2pPr>
            <a:lvl3pPr lvl="2" rtl="0">
              <a:buNone/>
              <a:defRPr b="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defRPr>
            </a:lvl3pPr>
            <a:lvl4pPr lvl="3" rtl="0">
              <a:buNone/>
              <a:defRPr b="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defRPr>
            </a:lvl4pPr>
            <a:lvl5pPr lvl="4" rtl="0">
              <a:buNone/>
              <a:defRPr b="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defRPr>
            </a:lvl5pPr>
            <a:lvl6pPr lvl="5" rtl="0">
              <a:buNone/>
              <a:defRPr b="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defRPr>
            </a:lvl6pPr>
            <a:lvl7pPr lvl="6" rtl="0">
              <a:buNone/>
              <a:defRPr b="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defRPr>
            </a:lvl7pPr>
            <a:lvl8pPr lvl="7" rtl="0">
              <a:buNone/>
              <a:defRPr b="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defRPr>
            </a:lvl8pPr>
            <a:lvl9pPr lvl="8" rtl="0">
              <a:buNone/>
              <a:defRPr b="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5" name="Google Shape;55;p11"/>
          <p:cNvSpPr txBox="1"/>
          <p:nvPr/>
        </p:nvSpPr>
        <p:spPr>
          <a:xfrm>
            <a:off x="8464156" y="1703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it" sz="1000">
                <a:solidFill>
                  <a:srgbClr val="3474B3"/>
                </a:solidFill>
                <a:latin typeface="Exo 2"/>
                <a:ea typeface="Exo 2"/>
                <a:cs typeface="Exo 2"/>
                <a:sym typeface="Exo 2"/>
              </a:rPr>
              <a:t>‹#›</a:t>
            </a:fld>
            <a:endParaRPr b="1" sz="1000">
              <a:solidFill>
                <a:srgbClr val="3474B3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56" name="Google Shape;56;p11"/>
          <p:cNvSpPr txBox="1"/>
          <p:nvPr>
            <p:ph type="title"/>
          </p:nvPr>
        </p:nvSpPr>
        <p:spPr>
          <a:xfrm>
            <a:off x="470498" y="445025"/>
            <a:ext cx="679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B405"/>
              </a:buClr>
              <a:buSzPts val="2000"/>
              <a:buFont typeface="Exo 2 SemiBold"/>
              <a:buNone/>
              <a:defRPr sz="2000">
                <a:solidFill>
                  <a:srgbClr val="F3B405"/>
                </a:solidFill>
                <a:latin typeface="Exo 2 SemiBold"/>
                <a:ea typeface="Exo 2 SemiBold"/>
                <a:cs typeface="Exo 2 SemiBold"/>
                <a:sym typeface="Exo 2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fondo pagina base">
  <p:cSld name="TITLE_AND_BODY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64156" y="17036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buNone/>
              <a:defRPr b="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defRPr>
            </a:lvl2pPr>
            <a:lvl3pPr lvl="2" rtl="0">
              <a:buNone/>
              <a:defRPr b="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defRPr>
            </a:lvl3pPr>
            <a:lvl4pPr lvl="3" rtl="0">
              <a:buNone/>
              <a:defRPr b="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defRPr>
            </a:lvl4pPr>
            <a:lvl5pPr lvl="4" rtl="0">
              <a:buNone/>
              <a:defRPr b="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defRPr>
            </a:lvl5pPr>
            <a:lvl6pPr lvl="5" rtl="0">
              <a:buNone/>
              <a:defRPr b="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defRPr>
            </a:lvl6pPr>
            <a:lvl7pPr lvl="6" rtl="0">
              <a:buNone/>
              <a:defRPr b="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defRPr>
            </a:lvl7pPr>
            <a:lvl8pPr lvl="7" rtl="0">
              <a:buNone/>
              <a:defRPr b="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defRPr>
            </a:lvl8pPr>
            <a:lvl9pPr lvl="8" rtl="0">
              <a:buNone/>
              <a:defRPr b="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59" name="Google Shape;5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2455" y="4697469"/>
            <a:ext cx="450484" cy="25167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2"/>
          <p:cNvSpPr txBox="1"/>
          <p:nvPr/>
        </p:nvSpPr>
        <p:spPr>
          <a:xfrm>
            <a:off x="320800" y="383750"/>
            <a:ext cx="41373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3B405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61" name="Google Shape;61;p12"/>
          <p:cNvSpPr txBox="1"/>
          <p:nvPr/>
        </p:nvSpPr>
        <p:spPr>
          <a:xfrm>
            <a:off x="403075" y="352600"/>
            <a:ext cx="7347600" cy="9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3B405"/>
              </a:solidFill>
              <a:latin typeface="Exo 2 SemiBold"/>
              <a:ea typeface="Exo 2 SemiBold"/>
              <a:cs typeface="Exo 2 SemiBold"/>
              <a:sym typeface="Exo 2 SemiBold"/>
            </a:endParaRPr>
          </a:p>
        </p:txBody>
      </p:sp>
      <p:sp>
        <p:nvSpPr>
          <p:cNvPr id="62" name="Google Shape;62;p12"/>
          <p:cNvSpPr txBox="1"/>
          <p:nvPr/>
        </p:nvSpPr>
        <p:spPr>
          <a:xfrm>
            <a:off x="8464156" y="1703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it" sz="1000">
                <a:solidFill>
                  <a:srgbClr val="3474B3"/>
                </a:solidFill>
                <a:latin typeface="Exo 2"/>
                <a:ea typeface="Exo 2"/>
                <a:cs typeface="Exo 2"/>
                <a:sym typeface="Exo 2"/>
              </a:rPr>
              <a:t>‹#›</a:t>
            </a:fld>
            <a:endParaRPr b="1" sz="1000">
              <a:solidFill>
                <a:srgbClr val="3474B3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63" name="Google Shape;63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3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2"/>
          <p:cNvSpPr txBox="1"/>
          <p:nvPr/>
        </p:nvSpPr>
        <p:spPr>
          <a:xfrm>
            <a:off x="8464156" y="1703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it" sz="1000">
                <a:solidFill>
                  <a:srgbClr val="3474B3"/>
                </a:solidFill>
                <a:latin typeface="Exo 2"/>
                <a:ea typeface="Exo 2"/>
                <a:cs typeface="Exo 2"/>
                <a:sym typeface="Exo 2"/>
              </a:rPr>
              <a:t>‹#›</a:t>
            </a:fld>
            <a:endParaRPr b="1" sz="1000">
              <a:solidFill>
                <a:srgbClr val="3474B3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65" name="Google Shape;65;p12"/>
          <p:cNvSpPr txBox="1"/>
          <p:nvPr>
            <p:ph type="title"/>
          </p:nvPr>
        </p:nvSpPr>
        <p:spPr>
          <a:xfrm>
            <a:off x="470498" y="445025"/>
            <a:ext cx="679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B405"/>
              </a:buClr>
              <a:buSzPts val="2000"/>
              <a:buFont typeface="Exo 2 SemiBold"/>
              <a:buNone/>
              <a:defRPr sz="2000">
                <a:solidFill>
                  <a:srgbClr val="F3B405"/>
                </a:solidFill>
                <a:latin typeface="Exo 2 SemiBold"/>
                <a:ea typeface="Exo 2 SemiBold"/>
                <a:cs typeface="Exo 2 SemiBold"/>
                <a:sym typeface="Exo 2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fondo pagine branding">
  <p:cSld name="SECTION_HEADER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1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3"/>
          <p:cNvSpPr txBox="1"/>
          <p:nvPr/>
        </p:nvSpPr>
        <p:spPr>
          <a:xfrm>
            <a:off x="8464156" y="1703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it" sz="1000">
                <a:solidFill>
                  <a:srgbClr val="3474B3"/>
                </a:solidFill>
                <a:latin typeface="Exo 2"/>
                <a:ea typeface="Exo 2"/>
                <a:cs typeface="Exo 2"/>
                <a:sym typeface="Exo 2"/>
              </a:rPr>
              <a:t>‹#›</a:t>
            </a:fld>
            <a:endParaRPr b="1" sz="1000">
              <a:solidFill>
                <a:srgbClr val="3474B3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69" name="Google Shape;69;p13"/>
          <p:cNvSpPr txBox="1"/>
          <p:nvPr>
            <p:ph type="title"/>
          </p:nvPr>
        </p:nvSpPr>
        <p:spPr>
          <a:xfrm>
            <a:off x="470498" y="445025"/>
            <a:ext cx="679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B405"/>
              </a:buClr>
              <a:buSzPts val="2000"/>
              <a:buFont typeface="Exo 2 SemiBold"/>
              <a:buNone/>
              <a:defRPr sz="2000">
                <a:solidFill>
                  <a:srgbClr val="F3B405"/>
                </a:solidFill>
                <a:latin typeface="Exo 2 SemiBold"/>
                <a:ea typeface="Exo 2 SemiBold"/>
                <a:cs typeface="Exo 2 SemiBold"/>
                <a:sym typeface="Exo 2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Exo 2"/>
              <a:buChar char="●"/>
              <a:defRPr sz="18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xo 2"/>
              <a:buChar char="○"/>
              <a:defRPr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xo 2"/>
              <a:buChar char="■"/>
              <a:defRPr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xo 2"/>
              <a:buChar char="●"/>
              <a:defRPr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xo 2"/>
              <a:buChar char="○"/>
              <a:defRPr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xo 2"/>
              <a:buChar char="■"/>
              <a:defRPr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xo 2"/>
              <a:buChar char="●"/>
              <a:defRPr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xo 2"/>
              <a:buChar char="○"/>
              <a:defRPr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Exo 2"/>
              <a:buChar char="■"/>
              <a:defRPr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7826" y="4054150"/>
            <a:ext cx="1568349" cy="8762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470498" y="445025"/>
            <a:ext cx="679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464100" y="1152475"/>
            <a:ext cx="3765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 txBox="1"/>
          <p:nvPr>
            <p:ph idx="2" type="body"/>
          </p:nvPr>
        </p:nvSpPr>
        <p:spPr>
          <a:xfrm>
            <a:off x="4457500" y="1152475"/>
            <a:ext cx="3765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470489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464100" y="1152475"/>
            <a:ext cx="4704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6"/>
          <p:cNvPicPr preferRelativeResize="0"/>
          <p:nvPr/>
        </p:nvPicPr>
        <p:blipFill rotWithShape="1">
          <a:blip r:embed="rId3">
            <a:alphaModFix/>
          </a:blip>
          <a:srcRect b="10666" l="44176" r="11335" t="0"/>
          <a:stretch/>
        </p:blipFill>
        <p:spPr>
          <a:xfrm>
            <a:off x="5634675" y="0"/>
            <a:ext cx="350932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7826" y="4054150"/>
            <a:ext cx="1568349" cy="8762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>
            <p:ph type="title"/>
          </p:nvPr>
        </p:nvSpPr>
        <p:spPr>
          <a:xfrm>
            <a:off x="311700" y="18393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F3B405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97" name="Google Shape;97;p17"/>
          <p:cNvSpPr txBox="1"/>
          <p:nvPr>
            <p:ph idx="1" type="subTitle"/>
          </p:nvPr>
        </p:nvSpPr>
        <p:spPr>
          <a:xfrm>
            <a:off x="311700" y="27579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8"/>
          <p:cNvPicPr preferRelativeResize="0"/>
          <p:nvPr/>
        </p:nvPicPr>
        <p:blipFill rotWithShape="1">
          <a:blip r:embed="rId3">
            <a:alphaModFix/>
          </a:blip>
          <a:srcRect b="21301" l="0" r="0" t="1573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/>
          <p:cNvPicPr preferRelativeResize="0"/>
          <p:nvPr/>
        </p:nvPicPr>
        <p:blipFill rotWithShape="1">
          <a:blip r:embed="rId4">
            <a:alphaModFix/>
          </a:blip>
          <a:srcRect b="20360" l="0" r="8164" t="-3025"/>
          <a:stretch/>
        </p:blipFill>
        <p:spPr>
          <a:xfrm>
            <a:off x="6495025" y="3061500"/>
            <a:ext cx="2648973" cy="208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39148" y="3719750"/>
            <a:ext cx="1283025" cy="108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type="title"/>
          </p:nvPr>
        </p:nvSpPr>
        <p:spPr>
          <a:xfrm>
            <a:off x="470498" y="445025"/>
            <a:ext cx="679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534" y="2500092"/>
            <a:ext cx="987250" cy="861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9682" y="2500092"/>
            <a:ext cx="987250" cy="861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9121" y="2500092"/>
            <a:ext cx="987250" cy="861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0244" y="2500092"/>
            <a:ext cx="987250" cy="861993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9"/>
          <p:cNvSpPr txBox="1"/>
          <p:nvPr>
            <p:ph idx="4294967295" type="subTitle"/>
          </p:nvPr>
        </p:nvSpPr>
        <p:spPr>
          <a:xfrm>
            <a:off x="2714487" y="3401831"/>
            <a:ext cx="18792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it" sz="1400">
                <a:solidFill>
                  <a:srgbClr val="3474B3"/>
                </a:solidFill>
                <a:latin typeface="Exo 2"/>
                <a:ea typeface="Exo 2"/>
                <a:cs typeface="Exo 2"/>
                <a:sym typeface="Exo 2"/>
              </a:rPr>
              <a:t>Dato numero 2</a:t>
            </a:r>
            <a:endParaRPr b="1" sz="1400">
              <a:solidFill>
                <a:srgbClr val="3474B3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15" name="Google Shape;115;p19"/>
          <p:cNvSpPr txBox="1"/>
          <p:nvPr>
            <p:ph idx="4294967295" type="subTitle"/>
          </p:nvPr>
        </p:nvSpPr>
        <p:spPr>
          <a:xfrm>
            <a:off x="4732743" y="3401831"/>
            <a:ext cx="18792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it" sz="1400">
                <a:solidFill>
                  <a:srgbClr val="3474B3"/>
                </a:solidFill>
                <a:latin typeface="Exo 2"/>
                <a:ea typeface="Exo 2"/>
                <a:cs typeface="Exo 2"/>
                <a:sym typeface="Exo 2"/>
              </a:rPr>
              <a:t>Dato numero 3</a:t>
            </a:r>
            <a:endParaRPr b="1" sz="1400">
              <a:solidFill>
                <a:srgbClr val="3474B3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16" name="Google Shape;116;p19"/>
          <p:cNvSpPr txBox="1"/>
          <p:nvPr>
            <p:ph idx="4294967295" type="subTitle"/>
          </p:nvPr>
        </p:nvSpPr>
        <p:spPr>
          <a:xfrm>
            <a:off x="6736167" y="3401831"/>
            <a:ext cx="18792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solidFill>
                  <a:srgbClr val="3474B3"/>
                </a:solidFill>
                <a:latin typeface="Exo 2"/>
                <a:ea typeface="Exo 2"/>
                <a:cs typeface="Exo 2"/>
                <a:sym typeface="Exo 2"/>
              </a:rPr>
              <a:t>Dato numero 4</a:t>
            </a:r>
            <a:endParaRPr b="1" sz="1400">
              <a:solidFill>
                <a:srgbClr val="3474B3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400">
              <a:solidFill>
                <a:srgbClr val="3474B3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117" name="Google Shape;11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7191" y="2711025"/>
            <a:ext cx="481770" cy="40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7250" y="2641994"/>
            <a:ext cx="481775" cy="547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51034" y="2664609"/>
            <a:ext cx="667550" cy="517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65134" y="2702064"/>
            <a:ext cx="481775" cy="46983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9"/>
          <p:cNvSpPr txBox="1"/>
          <p:nvPr>
            <p:ph idx="4294967295" type="subTitle"/>
          </p:nvPr>
        </p:nvSpPr>
        <p:spPr>
          <a:xfrm>
            <a:off x="717600" y="3696350"/>
            <a:ext cx="1253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it" sz="1200">
                <a:latin typeface="Exo 2 Light"/>
                <a:ea typeface="Exo 2 Light"/>
                <a:cs typeface="Exo 2 Light"/>
                <a:sym typeface="Exo 2 Light"/>
              </a:rPr>
              <a:t>Lorem ipsum dolor amet</a:t>
            </a:r>
            <a:endParaRPr sz="1200">
              <a:latin typeface="Exo 2 Light"/>
              <a:ea typeface="Exo 2 Light"/>
              <a:cs typeface="Exo 2 Light"/>
              <a:sym typeface="Exo 2 Light"/>
            </a:endParaRPr>
          </a:p>
        </p:txBody>
      </p:sp>
      <p:sp>
        <p:nvSpPr>
          <p:cNvPr id="122" name="Google Shape;122;p19"/>
          <p:cNvSpPr txBox="1"/>
          <p:nvPr>
            <p:ph idx="4294967295" type="subTitle"/>
          </p:nvPr>
        </p:nvSpPr>
        <p:spPr>
          <a:xfrm>
            <a:off x="2725175" y="3696350"/>
            <a:ext cx="1253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it" sz="1200">
                <a:latin typeface="Exo 2 Light"/>
                <a:ea typeface="Exo 2 Light"/>
                <a:cs typeface="Exo 2 Light"/>
                <a:sym typeface="Exo 2 Light"/>
              </a:rPr>
              <a:t>Lorem ipsum dolor amet</a:t>
            </a:r>
            <a:endParaRPr sz="1200">
              <a:latin typeface="Exo 2 Light"/>
              <a:ea typeface="Exo 2 Light"/>
              <a:cs typeface="Exo 2 Light"/>
              <a:sym typeface="Exo 2 Light"/>
            </a:endParaRPr>
          </a:p>
        </p:txBody>
      </p:sp>
      <p:sp>
        <p:nvSpPr>
          <p:cNvPr id="123" name="Google Shape;123;p19"/>
          <p:cNvSpPr txBox="1"/>
          <p:nvPr>
            <p:ph idx="4294967295" type="subTitle"/>
          </p:nvPr>
        </p:nvSpPr>
        <p:spPr>
          <a:xfrm>
            <a:off x="4732750" y="3696350"/>
            <a:ext cx="1253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it" sz="1200">
                <a:latin typeface="Exo 2 Light"/>
                <a:ea typeface="Exo 2 Light"/>
                <a:cs typeface="Exo 2 Light"/>
                <a:sym typeface="Exo 2 Light"/>
              </a:rPr>
              <a:t>Lorem ipsum dolor amet</a:t>
            </a:r>
            <a:endParaRPr sz="1200">
              <a:latin typeface="Exo 2 Light"/>
              <a:ea typeface="Exo 2 Light"/>
              <a:cs typeface="Exo 2 Light"/>
              <a:sym typeface="Exo 2 Light"/>
            </a:endParaRPr>
          </a:p>
        </p:txBody>
      </p:sp>
      <p:sp>
        <p:nvSpPr>
          <p:cNvPr id="124" name="Google Shape;124;p19"/>
          <p:cNvSpPr txBox="1"/>
          <p:nvPr>
            <p:ph idx="4294967295" type="subTitle"/>
          </p:nvPr>
        </p:nvSpPr>
        <p:spPr>
          <a:xfrm>
            <a:off x="6740325" y="3696350"/>
            <a:ext cx="1253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it" sz="1200">
                <a:latin typeface="Exo 2 Light"/>
                <a:ea typeface="Exo 2 Light"/>
                <a:cs typeface="Exo 2 Light"/>
                <a:sym typeface="Exo 2 Light"/>
              </a:rPr>
              <a:t>Lorem ipsum dolor amet</a:t>
            </a:r>
            <a:endParaRPr sz="1200">
              <a:latin typeface="Exo 2 Light"/>
              <a:ea typeface="Exo 2 Light"/>
              <a:cs typeface="Exo 2 Light"/>
              <a:sym typeface="Exo 2 Light"/>
            </a:endParaRPr>
          </a:p>
        </p:txBody>
      </p:sp>
      <p:sp>
        <p:nvSpPr>
          <p:cNvPr id="125" name="Google Shape;125;p19"/>
          <p:cNvSpPr txBox="1"/>
          <p:nvPr>
            <p:ph idx="4294967295" type="subTitle"/>
          </p:nvPr>
        </p:nvSpPr>
        <p:spPr>
          <a:xfrm>
            <a:off x="717612" y="3401831"/>
            <a:ext cx="18792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it" sz="1400">
                <a:solidFill>
                  <a:srgbClr val="3474B3"/>
                </a:solidFill>
                <a:latin typeface="Exo 2"/>
                <a:ea typeface="Exo 2"/>
                <a:cs typeface="Exo 2"/>
                <a:sym typeface="Exo 2"/>
              </a:rPr>
              <a:t>Dato numero </a:t>
            </a:r>
            <a:r>
              <a:rPr b="1" lang="it" sz="1400">
                <a:solidFill>
                  <a:srgbClr val="3474B3"/>
                </a:solidFill>
              </a:rPr>
              <a:t>1</a:t>
            </a:r>
            <a:endParaRPr b="1" sz="1400">
              <a:solidFill>
                <a:srgbClr val="3474B3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26" name="Google Shape;126;p19"/>
          <p:cNvSpPr txBox="1"/>
          <p:nvPr>
            <p:ph type="title"/>
          </p:nvPr>
        </p:nvSpPr>
        <p:spPr>
          <a:xfrm>
            <a:off x="470498" y="445025"/>
            <a:ext cx="679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464100" y="1152475"/>
            <a:ext cx="37653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/>
          <p:nvPr/>
        </p:nvSpPr>
        <p:spPr>
          <a:xfrm>
            <a:off x="7542900" y="1681300"/>
            <a:ext cx="1601100" cy="2171700"/>
          </a:xfrm>
          <a:prstGeom prst="rect">
            <a:avLst/>
          </a:prstGeom>
          <a:solidFill>
            <a:srgbClr val="F3B405"/>
          </a:solidFill>
          <a:ln cap="flat" cmpd="sng" w="9525">
            <a:solidFill>
              <a:srgbClr val="F3B4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0"/>
          <p:cNvSpPr/>
          <p:nvPr/>
        </p:nvSpPr>
        <p:spPr>
          <a:xfrm>
            <a:off x="657083" y="3833950"/>
            <a:ext cx="5248200" cy="18900"/>
          </a:xfrm>
          <a:prstGeom prst="rect">
            <a:avLst/>
          </a:prstGeom>
          <a:solidFill>
            <a:srgbClr val="3474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0"/>
          <p:cNvSpPr/>
          <p:nvPr/>
        </p:nvSpPr>
        <p:spPr>
          <a:xfrm>
            <a:off x="657083" y="3122750"/>
            <a:ext cx="5248200" cy="18900"/>
          </a:xfrm>
          <a:prstGeom prst="rect">
            <a:avLst/>
          </a:prstGeom>
          <a:solidFill>
            <a:srgbClr val="3474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0"/>
          <p:cNvSpPr/>
          <p:nvPr/>
        </p:nvSpPr>
        <p:spPr>
          <a:xfrm>
            <a:off x="657083" y="2411550"/>
            <a:ext cx="5248200" cy="18900"/>
          </a:xfrm>
          <a:prstGeom prst="rect">
            <a:avLst/>
          </a:prstGeom>
          <a:solidFill>
            <a:srgbClr val="3474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0"/>
          <p:cNvSpPr/>
          <p:nvPr/>
        </p:nvSpPr>
        <p:spPr>
          <a:xfrm>
            <a:off x="657083" y="1700350"/>
            <a:ext cx="5248200" cy="18900"/>
          </a:xfrm>
          <a:prstGeom prst="rect">
            <a:avLst/>
          </a:prstGeom>
          <a:solidFill>
            <a:srgbClr val="3474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0"/>
          <p:cNvSpPr txBox="1"/>
          <p:nvPr/>
        </p:nvSpPr>
        <p:spPr>
          <a:xfrm>
            <a:off x="314183" y="1528900"/>
            <a:ext cx="3906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3474B3"/>
                </a:solidFill>
                <a:latin typeface="Exo 2"/>
                <a:ea typeface="Exo 2"/>
                <a:cs typeface="Exo 2"/>
                <a:sym typeface="Exo 2"/>
              </a:rPr>
              <a:t>75</a:t>
            </a:r>
            <a:endParaRPr b="1" sz="1100">
              <a:solidFill>
                <a:srgbClr val="3474B3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38" name="Google Shape;138;p20"/>
          <p:cNvSpPr txBox="1"/>
          <p:nvPr/>
        </p:nvSpPr>
        <p:spPr>
          <a:xfrm>
            <a:off x="314183" y="2240100"/>
            <a:ext cx="3906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3474B3"/>
                </a:solidFill>
                <a:latin typeface="Exo 2"/>
                <a:ea typeface="Exo 2"/>
                <a:cs typeface="Exo 2"/>
                <a:sym typeface="Exo 2"/>
              </a:rPr>
              <a:t>50</a:t>
            </a:r>
            <a:endParaRPr b="1" sz="1100">
              <a:solidFill>
                <a:srgbClr val="3474B3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314183" y="2951300"/>
            <a:ext cx="3906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3474B3"/>
                </a:solidFill>
                <a:latin typeface="Exo 2"/>
                <a:ea typeface="Exo 2"/>
                <a:cs typeface="Exo 2"/>
                <a:sym typeface="Exo 2"/>
              </a:rPr>
              <a:t>25</a:t>
            </a:r>
            <a:endParaRPr b="1" sz="1100">
              <a:solidFill>
                <a:srgbClr val="3474B3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314183" y="3662500"/>
            <a:ext cx="3906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3474B3"/>
                </a:solidFill>
                <a:latin typeface="Exo 2"/>
                <a:ea typeface="Exo 2"/>
                <a:cs typeface="Exo 2"/>
                <a:sym typeface="Exo 2"/>
              </a:rPr>
              <a:t>0</a:t>
            </a:r>
            <a:endParaRPr b="1" sz="1100">
              <a:solidFill>
                <a:srgbClr val="3474B3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41" name="Google Shape;141;p20"/>
          <p:cNvSpPr txBox="1"/>
          <p:nvPr/>
        </p:nvSpPr>
        <p:spPr>
          <a:xfrm>
            <a:off x="657083" y="4024300"/>
            <a:ext cx="9426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rPr>
              <a:t>DATO 1</a:t>
            </a:r>
            <a:endParaRPr b="1" sz="1100">
              <a:solidFill>
                <a:schemeClr val="dk2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1809608" y="4024300"/>
            <a:ext cx="9426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rPr>
              <a:t>DATO 2</a:t>
            </a:r>
            <a:endParaRPr b="1" sz="1100">
              <a:solidFill>
                <a:schemeClr val="dk2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43" name="Google Shape;143;p20"/>
          <p:cNvSpPr txBox="1"/>
          <p:nvPr/>
        </p:nvSpPr>
        <p:spPr>
          <a:xfrm>
            <a:off x="2962133" y="4024300"/>
            <a:ext cx="9426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rPr>
              <a:t>DATO 3</a:t>
            </a:r>
            <a:endParaRPr b="1" sz="1100">
              <a:solidFill>
                <a:schemeClr val="dk2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44" name="Google Shape;144;p20"/>
          <p:cNvSpPr txBox="1"/>
          <p:nvPr/>
        </p:nvSpPr>
        <p:spPr>
          <a:xfrm>
            <a:off x="4114658" y="4024300"/>
            <a:ext cx="9426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rPr>
              <a:t>DATO 4</a:t>
            </a:r>
            <a:endParaRPr b="1" sz="1100">
              <a:solidFill>
                <a:schemeClr val="dk2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145" name="Google Shape;145;p20"/>
          <p:cNvCxnSpPr/>
          <p:nvPr/>
        </p:nvCxnSpPr>
        <p:spPr>
          <a:xfrm flipH="1" rot="10800000">
            <a:off x="857408" y="2951250"/>
            <a:ext cx="447300" cy="773100"/>
          </a:xfrm>
          <a:prstGeom prst="straightConnector1">
            <a:avLst/>
          </a:prstGeom>
          <a:noFill/>
          <a:ln cap="flat" cmpd="sng" w="19050">
            <a:solidFill>
              <a:srgbClr val="F3B40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" name="Google Shape;146;p20"/>
          <p:cNvCxnSpPr/>
          <p:nvPr/>
        </p:nvCxnSpPr>
        <p:spPr>
          <a:xfrm>
            <a:off x="1323833" y="2957650"/>
            <a:ext cx="1114500" cy="419100"/>
          </a:xfrm>
          <a:prstGeom prst="straightConnector1">
            <a:avLst/>
          </a:prstGeom>
          <a:noFill/>
          <a:ln cap="flat" cmpd="sng" w="19050">
            <a:solidFill>
              <a:srgbClr val="F3B40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20"/>
          <p:cNvCxnSpPr/>
          <p:nvPr/>
        </p:nvCxnSpPr>
        <p:spPr>
          <a:xfrm flipH="1" rot="10800000">
            <a:off x="2409233" y="2652850"/>
            <a:ext cx="1152900" cy="723900"/>
          </a:xfrm>
          <a:prstGeom prst="straightConnector1">
            <a:avLst/>
          </a:prstGeom>
          <a:noFill/>
          <a:ln cap="flat" cmpd="sng" w="19050">
            <a:solidFill>
              <a:srgbClr val="F3B40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20"/>
          <p:cNvCxnSpPr/>
          <p:nvPr/>
        </p:nvCxnSpPr>
        <p:spPr>
          <a:xfrm>
            <a:off x="3562133" y="2676475"/>
            <a:ext cx="1152600" cy="300300"/>
          </a:xfrm>
          <a:prstGeom prst="straightConnector1">
            <a:avLst/>
          </a:prstGeom>
          <a:noFill/>
          <a:ln cap="flat" cmpd="sng" w="19050">
            <a:solidFill>
              <a:srgbClr val="F3B40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" name="Google Shape;149;p20"/>
          <p:cNvSpPr/>
          <p:nvPr/>
        </p:nvSpPr>
        <p:spPr>
          <a:xfrm>
            <a:off x="1238108" y="2862400"/>
            <a:ext cx="171300" cy="171300"/>
          </a:xfrm>
          <a:prstGeom prst="ellipse">
            <a:avLst/>
          </a:prstGeom>
          <a:solidFill>
            <a:srgbClr val="F3B4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0"/>
          <p:cNvSpPr/>
          <p:nvPr/>
        </p:nvSpPr>
        <p:spPr>
          <a:xfrm>
            <a:off x="2343008" y="3303800"/>
            <a:ext cx="171300" cy="171300"/>
          </a:xfrm>
          <a:prstGeom prst="ellipse">
            <a:avLst/>
          </a:prstGeom>
          <a:solidFill>
            <a:srgbClr val="F3B4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0"/>
          <p:cNvSpPr/>
          <p:nvPr/>
        </p:nvSpPr>
        <p:spPr>
          <a:xfrm>
            <a:off x="3466958" y="2601900"/>
            <a:ext cx="171300" cy="171300"/>
          </a:xfrm>
          <a:prstGeom prst="ellipse">
            <a:avLst/>
          </a:prstGeom>
          <a:solidFill>
            <a:srgbClr val="F3B4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4666658" y="2862400"/>
            <a:ext cx="171300" cy="171300"/>
          </a:xfrm>
          <a:prstGeom prst="ellipse">
            <a:avLst/>
          </a:prstGeom>
          <a:solidFill>
            <a:srgbClr val="F3B4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0"/>
          <p:cNvSpPr txBox="1"/>
          <p:nvPr/>
        </p:nvSpPr>
        <p:spPr>
          <a:xfrm>
            <a:off x="7592275" y="1719250"/>
            <a:ext cx="14175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Didascalia</a:t>
            </a:r>
            <a:endParaRPr b="1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oppure</a:t>
            </a:r>
            <a:endParaRPr b="1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legenda </a:t>
            </a:r>
            <a:endParaRPr b="1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del grafico</a:t>
            </a:r>
            <a:endParaRPr b="1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54" name="Google Shape;154;p20"/>
          <p:cNvSpPr txBox="1"/>
          <p:nvPr>
            <p:ph type="title"/>
          </p:nvPr>
        </p:nvSpPr>
        <p:spPr>
          <a:xfrm>
            <a:off x="470489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9152" y="3995274"/>
            <a:ext cx="3276877" cy="67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1"/>
          <p:cNvSpPr txBox="1"/>
          <p:nvPr>
            <p:ph idx="4294967295" type="subTitle"/>
          </p:nvPr>
        </p:nvSpPr>
        <p:spPr>
          <a:xfrm>
            <a:off x="470498" y="964225"/>
            <a:ext cx="4760400" cy="31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3474B3"/>
                </a:solidFill>
                <a:latin typeface="Exo 2"/>
                <a:ea typeface="Exo 2"/>
                <a:cs typeface="Exo 2"/>
                <a:sym typeface="Exo 2"/>
              </a:rPr>
              <a:t>Synesthesia</a:t>
            </a:r>
            <a:r>
              <a:rPr lang="it" sz="1200">
                <a:solidFill>
                  <a:srgbClr val="3474B3"/>
                </a:solidFill>
                <a:latin typeface="Exo 2 Light"/>
                <a:ea typeface="Exo 2 Light"/>
                <a:cs typeface="Exo 2 Light"/>
                <a:sym typeface="Exo 2 Light"/>
              </a:rPr>
              <a:t> </a:t>
            </a:r>
            <a:r>
              <a:rPr lang="it" sz="1200">
                <a:solidFill>
                  <a:srgbClr val="3474B3"/>
                </a:solidFill>
              </a:rPr>
              <a:t>è una digital experience company, con sede a Torino, che supporta i propri partner in ogni fase di crescita digitale. Trasforma idee in soluzioni innovative e applicazioni web e mobile. Offre servizi di marketing e growth hacking. </a:t>
            </a:r>
            <a:endParaRPr sz="1200">
              <a:solidFill>
                <a:srgbClr val="3474B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3474B3"/>
                </a:solidFill>
              </a:rPr>
              <a:t>Organizza Droidcon Italy e Swift Heroes, eventi internazionali legati allo sviluppo su Android e iOS. Si impegna per l’inclusione     di genere in ambito tecnologico organizzando ogni anno Girls Tech e traccia percorsi di avvicinamento al mondo digitale per bambini  e ragazzi con FuturMakers.</a:t>
            </a:r>
            <a:endParaRPr sz="1200">
              <a:solidFill>
                <a:srgbClr val="3474B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rgbClr val="3474B3"/>
                </a:solidFill>
              </a:rPr>
              <a:t>La partnership tra Synesthesia e Mela è finalizzata a definire nuove modalità di azione in ambito e-commerce e marketplace potenziando il fronte dei servizi offerti di entrambe le realtà.</a:t>
            </a:r>
            <a:endParaRPr sz="1200">
              <a:solidFill>
                <a:srgbClr val="3474B3"/>
              </a:solidFill>
            </a:endParaRPr>
          </a:p>
        </p:txBody>
      </p:sp>
      <p:sp>
        <p:nvSpPr>
          <p:cNvPr id="161" name="Google Shape;161;p21"/>
          <p:cNvSpPr txBox="1"/>
          <p:nvPr/>
        </p:nvSpPr>
        <p:spPr>
          <a:xfrm>
            <a:off x="470498" y="4219025"/>
            <a:ext cx="20043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3474B3"/>
                </a:solidFill>
                <a:latin typeface="Exo 2"/>
                <a:ea typeface="Exo 2"/>
                <a:cs typeface="Exo 2"/>
                <a:sym typeface="Exo 2"/>
              </a:rPr>
              <a:t>www.synesthesia.it</a:t>
            </a:r>
            <a:endParaRPr b="1" sz="1200">
              <a:solidFill>
                <a:srgbClr val="3474B3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62" name="Google Shape;162;p21"/>
          <p:cNvSpPr txBox="1"/>
          <p:nvPr>
            <p:ph type="title"/>
          </p:nvPr>
        </p:nvSpPr>
        <p:spPr>
          <a:xfrm>
            <a:off x="470498" y="445025"/>
            <a:ext cx="679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Mela è parte di Synesthesia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2"/>
          <p:cNvPicPr preferRelativeResize="0"/>
          <p:nvPr/>
        </p:nvPicPr>
        <p:blipFill rotWithShape="1">
          <a:blip r:embed="rId3">
            <a:alphaModFix/>
          </a:blip>
          <a:srcRect b="20360" l="0" r="8164" t="-3025"/>
          <a:stretch/>
        </p:blipFill>
        <p:spPr>
          <a:xfrm>
            <a:off x="6495025" y="3061500"/>
            <a:ext cx="2648973" cy="2081999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2"/>
          <p:cNvSpPr txBox="1"/>
          <p:nvPr>
            <p:ph idx="4294967295" type="subTitle"/>
          </p:nvPr>
        </p:nvSpPr>
        <p:spPr>
          <a:xfrm>
            <a:off x="470498" y="932200"/>
            <a:ext cx="63768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it" sz="1400">
                <a:solidFill>
                  <a:srgbClr val="3474B3"/>
                </a:solidFill>
                <a:latin typeface="Exo 2 Light"/>
                <a:ea typeface="Exo 2 Light"/>
                <a:cs typeface="Exo 2 Light"/>
                <a:sym typeface="Exo 2 Light"/>
              </a:rPr>
              <a:t>Strategia, consulenza e ottimizzazione per il tuo e-store</a:t>
            </a:r>
            <a:endParaRPr sz="1400">
              <a:solidFill>
                <a:srgbClr val="3474B3"/>
              </a:solidFill>
              <a:latin typeface="Exo 2 Light"/>
              <a:ea typeface="Exo 2 Light"/>
              <a:cs typeface="Exo 2 Light"/>
              <a:sym typeface="Exo 2 Light"/>
            </a:endParaRPr>
          </a:p>
        </p:txBody>
      </p:sp>
      <p:sp>
        <p:nvSpPr>
          <p:cNvPr id="169" name="Google Shape;169;p22"/>
          <p:cNvSpPr txBox="1"/>
          <p:nvPr>
            <p:ph idx="4294967295" type="subTitle"/>
          </p:nvPr>
        </p:nvSpPr>
        <p:spPr>
          <a:xfrm>
            <a:off x="470498" y="1807338"/>
            <a:ext cx="63768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it" sz="1900">
                <a:solidFill>
                  <a:srgbClr val="3474B3"/>
                </a:solidFill>
                <a:latin typeface="Exo 2"/>
                <a:ea typeface="Exo 2"/>
                <a:cs typeface="Exo 2"/>
                <a:sym typeface="Exo 2"/>
              </a:rPr>
              <a:t>contact@mela.services</a:t>
            </a:r>
            <a:endParaRPr b="1" sz="1900">
              <a:solidFill>
                <a:srgbClr val="3474B3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70" name="Google Shape;170;p22"/>
          <p:cNvSpPr txBox="1"/>
          <p:nvPr>
            <p:ph idx="4294967295" type="subTitle"/>
          </p:nvPr>
        </p:nvSpPr>
        <p:spPr>
          <a:xfrm>
            <a:off x="470498" y="2344625"/>
            <a:ext cx="63768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it" sz="1900">
                <a:solidFill>
                  <a:srgbClr val="F3B405"/>
                </a:solidFill>
                <a:latin typeface="Exo 2"/>
                <a:ea typeface="Exo 2"/>
                <a:cs typeface="Exo 2"/>
                <a:sym typeface="Exo 2"/>
              </a:rPr>
              <a:t>www.mela.services</a:t>
            </a:r>
            <a:endParaRPr b="1" sz="1900">
              <a:solidFill>
                <a:srgbClr val="F3B405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71" name="Google Shape;171;p22"/>
          <p:cNvSpPr txBox="1"/>
          <p:nvPr>
            <p:ph idx="4294967295" type="subTitle"/>
          </p:nvPr>
        </p:nvSpPr>
        <p:spPr>
          <a:xfrm>
            <a:off x="470498" y="2754013"/>
            <a:ext cx="63768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it" sz="1900">
                <a:solidFill>
                  <a:srgbClr val="F3B405"/>
                </a:solidFill>
                <a:latin typeface="Exo 2"/>
                <a:ea typeface="Exo 2"/>
                <a:cs typeface="Exo 2"/>
                <a:sym typeface="Exo 2"/>
              </a:rPr>
              <a:t>www.synesthesia.it</a:t>
            </a:r>
            <a:endParaRPr b="1" sz="1900">
              <a:solidFill>
                <a:srgbClr val="F3B405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72" name="Google Shape;172;p22"/>
          <p:cNvSpPr txBox="1"/>
          <p:nvPr>
            <p:ph idx="4294967295" type="subTitle"/>
          </p:nvPr>
        </p:nvSpPr>
        <p:spPr>
          <a:xfrm>
            <a:off x="470498" y="4287602"/>
            <a:ext cx="4527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3474B3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Mela Srl </a:t>
            </a:r>
            <a:r>
              <a:rPr lang="it" sz="1200">
                <a:solidFill>
                  <a:srgbClr val="3474B3"/>
                </a:solidFill>
                <a:latin typeface="Exo 2 Light"/>
                <a:ea typeface="Exo 2 Light"/>
                <a:cs typeface="Exo 2 Light"/>
                <a:sym typeface="Exo 2 Light"/>
              </a:rPr>
              <a:t> </a:t>
            </a:r>
            <a:r>
              <a:rPr lang="it" sz="1200">
                <a:solidFill>
                  <a:srgbClr val="F3B405"/>
                </a:solidFill>
                <a:latin typeface="Exo 2 Light"/>
                <a:ea typeface="Exo 2 Light"/>
                <a:cs typeface="Exo 2 Light"/>
                <a:sym typeface="Exo 2 Light"/>
              </a:rPr>
              <a:t>|</a:t>
            </a:r>
            <a:r>
              <a:rPr lang="it" sz="1200">
                <a:solidFill>
                  <a:schemeClr val="lt1"/>
                </a:solidFill>
                <a:latin typeface="Exo 2 Light"/>
                <a:ea typeface="Exo 2 Light"/>
                <a:cs typeface="Exo 2 Light"/>
                <a:sym typeface="Exo 2 Light"/>
              </a:rPr>
              <a:t>  </a:t>
            </a:r>
            <a:r>
              <a:rPr lang="it" sz="1200">
                <a:solidFill>
                  <a:srgbClr val="3474B3"/>
                </a:solidFill>
                <a:latin typeface="Exo 2 Light"/>
                <a:ea typeface="Exo 2 Light"/>
                <a:cs typeface="Exo 2 Light"/>
                <a:sym typeface="Exo 2 Light"/>
              </a:rPr>
              <a:t>Corso Dante 118,  10126  Torino (TO)</a:t>
            </a:r>
            <a:endParaRPr sz="1200">
              <a:solidFill>
                <a:srgbClr val="3474B3"/>
              </a:solidFill>
              <a:latin typeface="Exo 2 Light"/>
              <a:ea typeface="Exo 2 Light"/>
              <a:cs typeface="Exo 2 Light"/>
              <a:sym typeface="Exo 2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3474B3"/>
                </a:solidFill>
                <a:latin typeface="Exo 2 Light"/>
                <a:ea typeface="Exo 2 Light"/>
                <a:cs typeface="Exo 2 Light"/>
                <a:sym typeface="Exo 2 Light"/>
              </a:rPr>
              <a:t>P.Iva: 11203090011 </a:t>
            </a:r>
            <a:r>
              <a:rPr lang="it" sz="1200">
                <a:solidFill>
                  <a:schemeClr val="lt1"/>
                </a:solidFill>
                <a:latin typeface="Exo 2 Light"/>
                <a:ea typeface="Exo 2 Light"/>
                <a:cs typeface="Exo 2 Light"/>
                <a:sym typeface="Exo 2 Light"/>
              </a:rPr>
              <a:t> </a:t>
            </a:r>
            <a:r>
              <a:rPr lang="it" sz="1200">
                <a:solidFill>
                  <a:srgbClr val="F3B405"/>
                </a:solidFill>
                <a:latin typeface="Exo 2 Light"/>
                <a:ea typeface="Exo 2 Light"/>
                <a:cs typeface="Exo 2 Light"/>
                <a:sym typeface="Exo 2 Light"/>
              </a:rPr>
              <a:t>|</a:t>
            </a:r>
            <a:r>
              <a:rPr lang="it" sz="1200">
                <a:solidFill>
                  <a:schemeClr val="lt1"/>
                </a:solidFill>
                <a:latin typeface="Exo 2 Light"/>
                <a:ea typeface="Exo 2 Light"/>
                <a:cs typeface="Exo 2 Light"/>
                <a:sym typeface="Exo 2 Light"/>
              </a:rPr>
              <a:t>  </a:t>
            </a:r>
            <a:r>
              <a:rPr lang="it" sz="1200">
                <a:solidFill>
                  <a:srgbClr val="3474B3"/>
                </a:solidFill>
                <a:latin typeface="Exo 2 Light"/>
                <a:ea typeface="Exo 2 Light"/>
                <a:cs typeface="Exo 2 Light"/>
                <a:sym typeface="Exo 2 Light"/>
              </a:rPr>
              <a:t>© 2025 Mela srl.  All rights reserved</a:t>
            </a:r>
            <a:endParaRPr sz="1200">
              <a:solidFill>
                <a:srgbClr val="3474B3"/>
              </a:solidFill>
              <a:latin typeface="Exo 2 Light"/>
              <a:ea typeface="Exo 2 Light"/>
              <a:cs typeface="Exo 2 Light"/>
              <a:sym typeface="Exo 2 Light"/>
            </a:endParaRPr>
          </a:p>
        </p:txBody>
      </p:sp>
      <p:pic>
        <p:nvPicPr>
          <p:cNvPr id="173" name="Google Shape;17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28535" y="3733076"/>
            <a:ext cx="1094550" cy="1094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2"/>
          <p:cNvSpPr txBox="1"/>
          <p:nvPr>
            <p:ph type="title"/>
          </p:nvPr>
        </p:nvSpPr>
        <p:spPr>
          <a:xfrm>
            <a:off x="470498" y="445025"/>
            <a:ext cx="679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Domande? Parliamone!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